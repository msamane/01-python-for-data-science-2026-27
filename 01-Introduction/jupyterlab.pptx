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sldIdLst>
    <p:sldId id="256" r:id="rId2"/>
    <p:sldId id="257" r:id="rId3"/>
    <p:sldId id="258" r:id="rId4"/>
  </p:sldIdLst>
  <p:sldSz cx="9906000" cy="6858000" type="A4"/>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CB4602B-61AA-F644-B91F-37FDA22CDA07}" v="159" dt="2026-01-05T16:15:32.516"/>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7022"/>
    <p:restoredTop sz="94658"/>
  </p:normalViewPr>
  <p:slideViewPr>
    <p:cSldViewPr snapToGrid="0">
      <p:cViewPr varScale="1">
        <p:scale>
          <a:sx n="120" d="100"/>
          <a:sy n="120" d="100"/>
        </p:scale>
        <p:origin x="1560" y="18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viewProps" Target="viewProps.xml"/><Relationship Id="rId5" Type="http://schemas.openxmlformats.org/officeDocument/2006/relationships/presProps" Target="presProps.xml"/><Relationship Id="rId10" Type="http://schemas.microsoft.com/office/2015/10/relationships/revisionInfo" Target="revisionInfo.xml"/><Relationship Id="rId4" Type="http://schemas.openxmlformats.org/officeDocument/2006/relationships/slide" Target="slides/slide3.xml"/><Relationship Id="rId9"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Colquhoun, Rebecca" userId="90ad0164-a637-4a6a-a5ac-2a2c87bbdb66" providerId="ADAL" clId="{A9A5D877-62CC-5A2E-8C47-D772AB2E1143}"/>
    <pc:docChg chg="custSel modSld">
      <pc:chgData name="Colquhoun, Rebecca" userId="90ad0164-a637-4a6a-a5ac-2a2c87bbdb66" providerId="ADAL" clId="{A9A5D877-62CC-5A2E-8C47-D772AB2E1143}" dt="2026-01-05T16:15:21.681" v="89" actId="33524"/>
      <pc:docMkLst>
        <pc:docMk/>
      </pc:docMkLst>
      <pc:sldChg chg="modSp mod">
        <pc:chgData name="Colquhoun, Rebecca" userId="90ad0164-a637-4a6a-a5ac-2a2c87bbdb66" providerId="ADAL" clId="{A9A5D877-62CC-5A2E-8C47-D772AB2E1143}" dt="2026-01-05T16:15:21.681" v="89" actId="33524"/>
        <pc:sldMkLst>
          <pc:docMk/>
          <pc:sldMk cId="2744483739" sldId="256"/>
        </pc:sldMkLst>
        <pc:spChg chg="mod">
          <ac:chgData name="Colquhoun, Rebecca" userId="90ad0164-a637-4a6a-a5ac-2a2c87bbdb66" providerId="ADAL" clId="{A9A5D877-62CC-5A2E-8C47-D772AB2E1143}" dt="2026-01-05T16:15:21.681" v="89" actId="33524"/>
          <ac:spMkLst>
            <pc:docMk/>
            <pc:sldMk cId="2744483739" sldId="256"/>
            <ac:spMk id="4" creationId="{0DC5532B-3A93-9F73-1414-DE135A54AD7D}"/>
          </ac:spMkLst>
        </pc:spChg>
        <pc:spChg chg="mod">
          <ac:chgData name="Colquhoun, Rebecca" userId="90ad0164-a637-4a6a-a5ac-2a2c87bbdb66" providerId="ADAL" clId="{A9A5D877-62CC-5A2E-8C47-D772AB2E1143}" dt="2026-01-05T16:14:47.503" v="2" actId="1076"/>
          <ac:spMkLst>
            <pc:docMk/>
            <pc:sldMk cId="2744483739" sldId="256"/>
            <ac:spMk id="5" creationId="{E0A0A9E8-8B00-93C7-0458-0F5ABA92A211}"/>
          </ac:spMkLst>
        </pc:spChg>
        <pc:picChg chg="mod">
          <ac:chgData name="Colquhoun, Rebecca" userId="90ad0164-a637-4a6a-a5ac-2a2c87bbdb66" providerId="ADAL" clId="{A9A5D877-62CC-5A2E-8C47-D772AB2E1143}" dt="2026-01-05T16:14:47.503" v="2" actId="1076"/>
          <ac:picMkLst>
            <pc:docMk/>
            <pc:sldMk cId="2744483739" sldId="256"/>
            <ac:picMk id="7" creationId="{284DB400-FC80-03EE-B1D5-7B76D63DBCE7}"/>
          </ac:picMkLst>
        </pc:pic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742950" y="1122363"/>
            <a:ext cx="8420100" cy="2387600"/>
          </a:xfrm>
        </p:spPr>
        <p:txBody>
          <a:bodyPr anchor="b"/>
          <a:lstStyle>
            <a:lvl1pPr algn="ctr">
              <a:defRPr sz="6000"/>
            </a:lvl1pPr>
          </a:lstStyle>
          <a:p>
            <a:r>
              <a:rPr lang="en-GB"/>
              <a:t>Click to edit Master title style</a:t>
            </a:r>
            <a:endParaRPr lang="en-US" dirty="0"/>
          </a:p>
        </p:txBody>
      </p:sp>
      <p:sp>
        <p:nvSpPr>
          <p:cNvPr id="3" name="Subtitle 2"/>
          <p:cNvSpPr>
            <a:spLocks noGrp="1"/>
          </p:cNvSpPr>
          <p:nvPr>
            <p:ph type="subTitle" idx="1"/>
          </p:nvPr>
        </p:nvSpPr>
        <p:spPr>
          <a:xfrm>
            <a:off x="1238250" y="3602038"/>
            <a:ext cx="74295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dirty="0"/>
          </a:p>
        </p:txBody>
      </p:sp>
      <p:sp>
        <p:nvSpPr>
          <p:cNvPr id="4" name="Date Placeholder 3"/>
          <p:cNvSpPr>
            <a:spLocks noGrp="1"/>
          </p:cNvSpPr>
          <p:nvPr>
            <p:ph type="dt" sz="half" idx="10"/>
          </p:nvPr>
        </p:nvSpPr>
        <p:spPr/>
        <p:txBody>
          <a:bodyPr/>
          <a:lstStyle/>
          <a:p>
            <a:fld id="{A91B81E8-B850-614A-8867-DF7D0DD6CEC5}" type="datetimeFigureOut">
              <a:rPr lang="en-US" smtClean="0"/>
              <a:t>1/9/26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1F00E77-4680-F84A-9ED3-9214A0218AFE}" type="slidenum">
              <a:rPr lang="en-US" smtClean="0"/>
              <a:t>‹#›</a:t>
            </a:fld>
            <a:endParaRPr lang="en-US"/>
          </a:p>
        </p:txBody>
      </p:sp>
    </p:spTree>
    <p:extLst>
      <p:ext uri="{BB962C8B-B14F-4D97-AF65-F5344CB8AC3E}">
        <p14:creationId xmlns:p14="http://schemas.microsoft.com/office/powerpoint/2010/main" val="120935219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Content Placeholder 2"/>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A91B81E8-B850-614A-8867-DF7D0DD6CEC5}" type="datetimeFigureOut">
              <a:rPr lang="en-US" smtClean="0"/>
              <a:t>1/9/26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1F00E77-4680-F84A-9ED3-9214A0218AFE}" type="slidenum">
              <a:rPr lang="en-US" smtClean="0"/>
              <a:t>‹#›</a:t>
            </a:fld>
            <a:endParaRPr lang="en-US"/>
          </a:p>
        </p:txBody>
      </p:sp>
    </p:spTree>
    <p:extLst>
      <p:ext uri="{BB962C8B-B14F-4D97-AF65-F5344CB8AC3E}">
        <p14:creationId xmlns:p14="http://schemas.microsoft.com/office/powerpoint/2010/main" val="176848266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5879" y="1709740"/>
            <a:ext cx="8543925" cy="2852737"/>
          </a:xfrm>
        </p:spPr>
        <p:txBody>
          <a:bodyPr anchor="b"/>
          <a:lstStyle>
            <a:lvl1pPr>
              <a:defRPr sz="6000"/>
            </a:lvl1pPr>
          </a:lstStyle>
          <a:p>
            <a:r>
              <a:rPr lang="en-GB"/>
              <a:t>Click to edit Master title style</a:t>
            </a:r>
            <a:endParaRPr lang="en-US" dirty="0"/>
          </a:p>
        </p:txBody>
      </p:sp>
      <p:sp>
        <p:nvSpPr>
          <p:cNvPr id="3" name="Text Placeholder 2"/>
          <p:cNvSpPr>
            <a:spLocks noGrp="1"/>
          </p:cNvSpPr>
          <p:nvPr>
            <p:ph type="body" idx="1"/>
          </p:nvPr>
        </p:nvSpPr>
        <p:spPr>
          <a:xfrm>
            <a:off x="675879" y="4589465"/>
            <a:ext cx="8543925"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A91B81E8-B850-614A-8867-DF7D0DD6CEC5}" type="datetimeFigureOut">
              <a:rPr lang="en-US" smtClean="0"/>
              <a:t>1/9/26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1F00E77-4680-F84A-9ED3-9214A0218AFE}" type="slidenum">
              <a:rPr lang="en-US" smtClean="0"/>
              <a:t>‹#›</a:t>
            </a:fld>
            <a:endParaRPr lang="en-US"/>
          </a:p>
        </p:txBody>
      </p:sp>
    </p:spTree>
    <p:extLst>
      <p:ext uri="{BB962C8B-B14F-4D97-AF65-F5344CB8AC3E}">
        <p14:creationId xmlns:p14="http://schemas.microsoft.com/office/powerpoint/2010/main" val="318777556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Content Placeholder 2"/>
          <p:cNvSpPr>
            <a:spLocks noGrp="1"/>
          </p:cNvSpPr>
          <p:nvPr>
            <p:ph sz="half" idx="1"/>
          </p:nvPr>
        </p:nvSpPr>
        <p:spPr>
          <a:xfrm>
            <a:off x="681038" y="1825625"/>
            <a:ext cx="421005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Content Placeholder 3"/>
          <p:cNvSpPr>
            <a:spLocks noGrp="1"/>
          </p:cNvSpPr>
          <p:nvPr>
            <p:ph sz="half" idx="2"/>
          </p:nvPr>
        </p:nvSpPr>
        <p:spPr>
          <a:xfrm>
            <a:off x="5014913" y="1825625"/>
            <a:ext cx="421005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Date Placeholder 4"/>
          <p:cNvSpPr>
            <a:spLocks noGrp="1"/>
          </p:cNvSpPr>
          <p:nvPr>
            <p:ph type="dt" sz="half" idx="10"/>
          </p:nvPr>
        </p:nvSpPr>
        <p:spPr/>
        <p:txBody>
          <a:bodyPr/>
          <a:lstStyle/>
          <a:p>
            <a:fld id="{A91B81E8-B850-614A-8867-DF7D0DD6CEC5}" type="datetimeFigureOut">
              <a:rPr lang="en-US" smtClean="0"/>
              <a:t>1/9/26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1F00E77-4680-F84A-9ED3-9214A0218AFE}" type="slidenum">
              <a:rPr lang="en-US" smtClean="0"/>
              <a:t>‹#›</a:t>
            </a:fld>
            <a:endParaRPr lang="en-US"/>
          </a:p>
        </p:txBody>
      </p:sp>
    </p:spTree>
    <p:extLst>
      <p:ext uri="{BB962C8B-B14F-4D97-AF65-F5344CB8AC3E}">
        <p14:creationId xmlns:p14="http://schemas.microsoft.com/office/powerpoint/2010/main" val="137475312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82328" y="365126"/>
            <a:ext cx="8543925" cy="1325563"/>
          </a:xfrm>
        </p:spPr>
        <p:txBody>
          <a:bodyPr/>
          <a:lstStyle/>
          <a:p>
            <a:r>
              <a:rPr lang="en-GB"/>
              <a:t>Click to edit Master title style</a:t>
            </a:r>
            <a:endParaRPr lang="en-US" dirty="0"/>
          </a:p>
        </p:txBody>
      </p:sp>
      <p:sp>
        <p:nvSpPr>
          <p:cNvPr id="3" name="Text Placeholder 2"/>
          <p:cNvSpPr>
            <a:spLocks noGrp="1"/>
          </p:cNvSpPr>
          <p:nvPr>
            <p:ph type="body" idx="1"/>
          </p:nvPr>
        </p:nvSpPr>
        <p:spPr>
          <a:xfrm>
            <a:off x="682329" y="1681163"/>
            <a:ext cx="4190702"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p:cNvSpPr>
            <a:spLocks noGrp="1"/>
          </p:cNvSpPr>
          <p:nvPr>
            <p:ph sz="half" idx="2"/>
          </p:nvPr>
        </p:nvSpPr>
        <p:spPr>
          <a:xfrm>
            <a:off x="682329" y="2505075"/>
            <a:ext cx="4190702"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Text Placeholder 4"/>
          <p:cNvSpPr>
            <a:spLocks noGrp="1"/>
          </p:cNvSpPr>
          <p:nvPr>
            <p:ph type="body" sz="quarter" idx="3"/>
          </p:nvPr>
        </p:nvSpPr>
        <p:spPr>
          <a:xfrm>
            <a:off x="5014913" y="1681163"/>
            <a:ext cx="4211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p:cNvSpPr>
            <a:spLocks noGrp="1"/>
          </p:cNvSpPr>
          <p:nvPr>
            <p:ph sz="quarter" idx="4"/>
          </p:nvPr>
        </p:nvSpPr>
        <p:spPr>
          <a:xfrm>
            <a:off x="5014913" y="2505075"/>
            <a:ext cx="4211340"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7" name="Date Placeholder 6"/>
          <p:cNvSpPr>
            <a:spLocks noGrp="1"/>
          </p:cNvSpPr>
          <p:nvPr>
            <p:ph type="dt" sz="half" idx="10"/>
          </p:nvPr>
        </p:nvSpPr>
        <p:spPr/>
        <p:txBody>
          <a:bodyPr/>
          <a:lstStyle/>
          <a:p>
            <a:fld id="{A91B81E8-B850-614A-8867-DF7D0DD6CEC5}" type="datetimeFigureOut">
              <a:rPr lang="en-US" smtClean="0"/>
              <a:t>1/9/26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F1F00E77-4680-F84A-9ED3-9214A0218AFE}" type="slidenum">
              <a:rPr lang="en-US" smtClean="0"/>
              <a:t>‹#›</a:t>
            </a:fld>
            <a:endParaRPr lang="en-US"/>
          </a:p>
        </p:txBody>
      </p:sp>
    </p:spTree>
    <p:extLst>
      <p:ext uri="{BB962C8B-B14F-4D97-AF65-F5344CB8AC3E}">
        <p14:creationId xmlns:p14="http://schemas.microsoft.com/office/powerpoint/2010/main" val="139149709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Date Placeholder 2"/>
          <p:cNvSpPr>
            <a:spLocks noGrp="1"/>
          </p:cNvSpPr>
          <p:nvPr>
            <p:ph type="dt" sz="half" idx="10"/>
          </p:nvPr>
        </p:nvSpPr>
        <p:spPr/>
        <p:txBody>
          <a:bodyPr/>
          <a:lstStyle/>
          <a:p>
            <a:fld id="{A91B81E8-B850-614A-8867-DF7D0DD6CEC5}" type="datetimeFigureOut">
              <a:rPr lang="en-US" smtClean="0"/>
              <a:t>1/9/26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F1F00E77-4680-F84A-9ED3-9214A0218AFE}" type="slidenum">
              <a:rPr lang="en-US" smtClean="0"/>
              <a:t>‹#›</a:t>
            </a:fld>
            <a:endParaRPr lang="en-US"/>
          </a:p>
        </p:txBody>
      </p:sp>
    </p:spTree>
    <p:extLst>
      <p:ext uri="{BB962C8B-B14F-4D97-AF65-F5344CB8AC3E}">
        <p14:creationId xmlns:p14="http://schemas.microsoft.com/office/powerpoint/2010/main" val="129546059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91B81E8-B850-614A-8867-DF7D0DD6CEC5}" type="datetimeFigureOut">
              <a:rPr lang="en-US" smtClean="0"/>
              <a:t>1/9/26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F1F00E77-4680-F84A-9ED3-9214A0218AFE}" type="slidenum">
              <a:rPr lang="en-US" smtClean="0"/>
              <a:t>‹#›</a:t>
            </a:fld>
            <a:endParaRPr lang="en-US"/>
          </a:p>
        </p:txBody>
      </p:sp>
    </p:spTree>
    <p:extLst>
      <p:ext uri="{BB962C8B-B14F-4D97-AF65-F5344CB8AC3E}">
        <p14:creationId xmlns:p14="http://schemas.microsoft.com/office/powerpoint/2010/main" val="331650345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2328" y="457200"/>
            <a:ext cx="3194943" cy="1600200"/>
          </a:xfrm>
        </p:spPr>
        <p:txBody>
          <a:bodyPr anchor="b"/>
          <a:lstStyle>
            <a:lvl1pPr>
              <a:defRPr sz="3200"/>
            </a:lvl1pPr>
          </a:lstStyle>
          <a:p>
            <a:r>
              <a:rPr lang="en-GB"/>
              <a:t>Click to edit Master title style</a:t>
            </a:r>
            <a:endParaRPr lang="en-US" dirty="0"/>
          </a:p>
        </p:txBody>
      </p:sp>
      <p:sp>
        <p:nvSpPr>
          <p:cNvPr id="3" name="Content Placeholder 2"/>
          <p:cNvSpPr>
            <a:spLocks noGrp="1"/>
          </p:cNvSpPr>
          <p:nvPr>
            <p:ph idx="1"/>
          </p:nvPr>
        </p:nvSpPr>
        <p:spPr>
          <a:xfrm>
            <a:off x="4211340" y="987426"/>
            <a:ext cx="5014913"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Text Placeholder 3"/>
          <p:cNvSpPr>
            <a:spLocks noGrp="1"/>
          </p:cNvSpPr>
          <p:nvPr>
            <p:ph type="body" sz="half" idx="2"/>
          </p:nvPr>
        </p:nvSpPr>
        <p:spPr>
          <a:xfrm>
            <a:off x="682328" y="2057400"/>
            <a:ext cx="3194943"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p:cNvSpPr>
            <a:spLocks noGrp="1"/>
          </p:cNvSpPr>
          <p:nvPr>
            <p:ph type="dt" sz="half" idx="10"/>
          </p:nvPr>
        </p:nvSpPr>
        <p:spPr/>
        <p:txBody>
          <a:bodyPr/>
          <a:lstStyle/>
          <a:p>
            <a:fld id="{A91B81E8-B850-614A-8867-DF7D0DD6CEC5}" type="datetimeFigureOut">
              <a:rPr lang="en-US" smtClean="0"/>
              <a:t>1/9/26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1F00E77-4680-F84A-9ED3-9214A0218AFE}" type="slidenum">
              <a:rPr lang="en-US" smtClean="0"/>
              <a:t>‹#›</a:t>
            </a:fld>
            <a:endParaRPr lang="en-US"/>
          </a:p>
        </p:txBody>
      </p:sp>
    </p:spTree>
    <p:extLst>
      <p:ext uri="{BB962C8B-B14F-4D97-AF65-F5344CB8AC3E}">
        <p14:creationId xmlns:p14="http://schemas.microsoft.com/office/powerpoint/2010/main" val="56021104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2328" y="457200"/>
            <a:ext cx="3194943" cy="1600200"/>
          </a:xfrm>
        </p:spPr>
        <p:txBody>
          <a:bodyPr anchor="b"/>
          <a:lstStyle>
            <a:lvl1pPr>
              <a:defRPr sz="3200"/>
            </a:lvl1pPr>
          </a:lstStyle>
          <a:p>
            <a:r>
              <a:rPr lang="en-GB"/>
              <a:t>Click to edit Master title style</a:t>
            </a:r>
            <a:endParaRPr lang="en-US" dirty="0"/>
          </a:p>
        </p:txBody>
      </p:sp>
      <p:sp>
        <p:nvSpPr>
          <p:cNvPr id="3" name="Picture Placeholder 2"/>
          <p:cNvSpPr>
            <a:spLocks noGrp="1" noChangeAspect="1"/>
          </p:cNvSpPr>
          <p:nvPr>
            <p:ph type="pic" idx="1"/>
          </p:nvPr>
        </p:nvSpPr>
        <p:spPr>
          <a:xfrm>
            <a:off x="4211340" y="987426"/>
            <a:ext cx="5014913"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GB"/>
              <a:t>Click icon to add picture</a:t>
            </a:r>
            <a:endParaRPr lang="en-US" dirty="0"/>
          </a:p>
        </p:txBody>
      </p:sp>
      <p:sp>
        <p:nvSpPr>
          <p:cNvPr id="4" name="Text Placeholder 3"/>
          <p:cNvSpPr>
            <a:spLocks noGrp="1"/>
          </p:cNvSpPr>
          <p:nvPr>
            <p:ph type="body" sz="half" idx="2"/>
          </p:nvPr>
        </p:nvSpPr>
        <p:spPr>
          <a:xfrm>
            <a:off x="682328" y="2057400"/>
            <a:ext cx="3194943"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p:cNvSpPr>
            <a:spLocks noGrp="1"/>
          </p:cNvSpPr>
          <p:nvPr>
            <p:ph type="dt" sz="half" idx="10"/>
          </p:nvPr>
        </p:nvSpPr>
        <p:spPr/>
        <p:txBody>
          <a:bodyPr/>
          <a:lstStyle/>
          <a:p>
            <a:fld id="{A91B81E8-B850-614A-8867-DF7D0DD6CEC5}" type="datetimeFigureOut">
              <a:rPr lang="en-US" smtClean="0"/>
              <a:t>1/9/26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1F00E77-4680-F84A-9ED3-9214A0218AFE}" type="slidenum">
              <a:rPr lang="en-US" smtClean="0"/>
              <a:t>‹#›</a:t>
            </a:fld>
            <a:endParaRPr lang="en-US"/>
          </a:p>
        </p:txBody>
      </p:sp>
    </p:spTree>
    <p:extLst>
      <p:ext uri="{BB962C8B-B14F-4D97-AF65-F5344CB8AC3E}">
        <p14:creationId xmlns:p14="http://schemas.microsoft.com/office/powerpoint/2010/main" val="13626236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A91B81E8-B850-614A-8867-DF7D0DD6CEC5}" type="datetimeFigureOut">
              <a:rPr lang="en-US" smtClean="0"/>
              <a:t>1/9/26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1F00E77-4680-F84A-9ED3-9214A0218AFE}" type="slidenum">
              <a:rPr lang="en-US" smtClean="0"/>
              <a:t>‹#›</a:t>
            </a:fld>
            <a:endParaRPr lang="en-US"/>
          </a:p>
        </p:txBody>
      </p:sp>
    </p:spTree>
    <p:extLst>
      <p:ext uri="{BB962C8B-B14F-4D97-AF65-F5344CB8AC3E}">
        <p14:creationId xmlns:p14="http://schemas.microsoft.com/office/powerpoint/2010/main" val="243046624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088982" y="365125"/>
            <a:ext cx="2135981" cy="5811838"/>
          </a:xfrm>
        </p:spPr>
        <p:txBody>
          <a:bodyPr vert="eaVert"/>
          <a:lstStyle/>
          <a:p>
            <a:r>
              <a:rPr lang="en-GB"/>
              <a:t>Click to edit Master title style</a:t>
            </a:r>
            <a:endParaRPr lang="en-US" dirty="0"/>
          </a:p>
        </p:txBody>
      </p:sp>
      <p:sp>
        <p:nvSpPr>
          <p:cNvPr id="3" name="Vertical Text Placeholder 2"/>
          <p:cNvSpPr>
            <a:spLocks noGrp="1"/>
          </p:cNvSpPr>
          <p:nvPr>
            <p:ph type="body" orient="vert" idx="1"/>
          </p:nvPr>
        </p:nvSpPr>
        <p:spPr>
          <a:xfrm>
            <a:off x="681038" y="365125"/>
            <a:ext cx="6284119"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A91B81E8-B850-614A-8867-DF7D0DD6CEC5}" type="datetimeFigureOut">
              <a:rPr lang="en-US" smtClean="0"/>
              <a:t>1/9/26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1F00E77-4680-F84A-9ED3-9214A0218AFE}" type="slidenum">
              <a:rPr lang="en-US" smtClean="0"/>
              <a:t>‹#›</a:t>
            </a:fld>
            <a:endParaRPr lang="en-US"/>
          </a:p>
        </p:txBody>
      </p:sp>
    </p:spTree>
    <p:extLst>
      <p:ext uri="{BB962C8B-B14F-4D97-AF65-F5344CB8AC3E}">
        <p14:creationId xmlns:p14="http://schemas.microsoft.com/office/powerpoint/2010/main" val="126775711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81038" y="365126"/>
            <a:ext cx="8543925" cy="1325563"/>
          </a:xfrm>
          <a:prstGeom prst="rect">
            <a:avLst/>
          </a:prstGeom>
        </p:spPr>
        <p:txBody>
          <a:bodyPr vert="horz" lIns="91440" tIns="45720" rIns="91440" bIns="45720" rtlCol="0" anchor="ctr">
            <a:normAutofit/>
          </a:bodyPr>
          <a:lstStyle/>
          <a:p>
            <a:r>
              <a:rPr lang="en-GB"/>
              <a:t>Click to edit Master title style</a:t>
            </a:r>
            <a:endParaRPr lang="en-US" dirty="0"/>
          </a:p>
        </p:txBody>
      </p:sp>
      <p:sp>
        <p:nvSpPr>
          <p:cNvPr id="3" name="Text Placeholder 2"/>
          <p:cNvSpPr>
            <a:spLocks noGrp="1"/>
          </p:cNvSpPr>
          <p:nvPr>
            <p:ph type="body" idx="1"/>
          </p:nvPr>
        </p:nvSpPr>
        <p:spPr>
          <a:xfrm>
            <a:off x="681038" y="1825625"/>
            <a:ext cx="8543925"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2"/>
          </p:nvPr>
        </p:nvSpPr>
        <p:spPr>
          <a:xfrm>
            <a:off x="681038" y="6356352"/>
            <a:ext cx="222885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A91B81E8-B850-614A-8867-DF7D0DD6CEC5}" type="datetimeFigureOut">
              <a:rPr lang="en-US" smtClean="0"/>
              <a:t>1/9/26</a:t>
            </a:fld>
            <a:endParaRPr lang="en-US"/>
          </a:p>
        </p:txBody>
      </p:sp>
      <p:sp>
        <p:nvSpPr>
          <p:cNvPr id="5" name="Footer Placeholder 4"/>
          <p:cNvSpPr>
            <a:spLocks noGrp="1"/>
          </p:cNvSpPr>
          <p:nvPr>
            <p:ph type="ftr" sz="quarter" idx="3"/>
          </p:nvPr>
        </p:nvSpPr>
        <p:spPr>
          <a:xfrm>
            <a:off x="3281363" y="6356352"/>
            <a:ext cx="3343275"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6996113" y="6356352"/>
            <a:ext cx="222885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F1F00E77-4680-F84A-9ED3-9214A0218AFE}" type="slidenum">
              <a:rPr lang="en-US" smtClean="0"/>
              <a:t>‹#›</a:t>
            </a:fld>
            <a:endParaRPr lang="en-US"/>
          </a:p>
        </p:txBody>
      </p:sp>
    </p:spTree>
    <p:extLst>
      <p:ext uri="{BB962C8B-B14F-4D97-AF65-F5344CB8AC3E}">
        <p14:creationId xmlns:p14="http://schemas.microsoft.com/office/powerpoint/2010/main" val="1220969008"/>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www.anaconda.com/docs/getting-started/anaconda/install#macos-linux-installation" TargetMode="Externa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0DB313-24B0-224C-40DF-E9614CEFA764}"/>
              </a:ext>
            </a:extLst>
          </p:cNvPr>
          <p:cNvSpPr>
            <a:spLocks noGrp="1"/>
          </p:cNvSpPr>
          <p:nvPr>
            <p:ph type="ctrTitle"/>
          </p:nvPr>
        </p:nvSpPr>
        <p:spPr>
          <a:xfrm>
            <a:off x="0" y="1"/>
            <a:ext cx="3291840" cy="617516"/>
          </a:xfrm>
        </p:spPr>
        <p:txBody>
          <a:bodyPr>
            <a:normAutofit fontScale="90000"/>
          </a:bodyPr>
          <a:lstStyle/>
          <a:p>
            <a:r>
              <a:rPr lang="en-US" sz="3600" u="sng" dirty="0" err="1">
                <a:latin typeface="Atkinson Hyperlegible Next" pitchFamily="2" charset="77"/>
              </a:rPr>
              <a:t>Jupyter</a:t>
            </a:r>
            <a:r>
              <a:rPr lang="en-US" sz="3600" u="sng" dirty="0">
                <a:latin typeface="Atkinson Hyperlegible Next" pitchFamily="2" charset="77"/>
              </a:rPr>
              <a:t> notebook</a:t>
            </a:r>
          </a:p>
        </p:txBody>
      </p:sp>
      <p:sp>
        <p:nvSpPr>
          <p:cNvPr id="3" name="Subtitle 2">
            <a:extLst>
              <a:ext uri="{FF2B5EF4-FFF2-40B4-BE49-F238E27FC236}">
                <a16:creationId xmlns:a16="http://schemas.microsoft.com/office/drawing/2014/main" id="{30E5CFA3-5EFF-4BF7-653F-A328013A06FE}"/>
              </a:ext>
            </a:extLst>
          </p:cNvPr>
          <p:cNvSpPr>
            <a:spLocks noGrp="1"/>
          </p:cNvSpPr>
          <p:nvPr>
            <p:ph type="subTitle" idx="1"/>
          </p:nvPr>
        </p:nvSpPr>
        <p:spPr>
          <a:xfrm>
            <a:off x="110093" y="617517"/>
            <a:ext cx="9663494" cy="1230333"/>
          </a:xfrm>
        </p:spPr>
        <p:style>
          <a:lnRef idx="2">
            <a:schemeClr val="accent2"/>
          </a:lnRef>
          <a:fillRef idx="1">
            <a:schemeClr val="lt1"/>
          </a:fillRef>
          <a:effectRef idx="0">
            <a:schemeClr val="accent2"/>
          </a:effectRef>
          <a:fontRef idx="minor">
            <a:schemeClr val="dk1"/>
          </a:fontRef>
        </p:style>
        <p:txBody>
          <a:bodyPr>
            <a:normAutofit/>
          </a:bodyPr>
          <a:lstStyle/>
          <a:p>
            <a:pPr algn="l">
              <a:lnSpc>
                <a:spcPct val="100000"/>
              </a:lnSpc>
              <a:spcBef>
                <a:spcPts val="0"/>
              </a:spcBef>
            </a:pPr>
            <a:r>
              <a:rPr lang="en-US" sz="1200" b="1" u="sng" dirty="0">
                <a:solidFill>
                  <a:schemeClr val="accent2"/>
                </a:solidFill>
                <a:latin typeface="Atkinson Hyperlegible Next" pitchFamily="2" charset="77"/>
              </a:rPr>
              <a:t>Installation and setup</a:t>
            </a:r>
          </a:p>
          <a:p>
            <a:pPr algn="l">
              <a:lnSpc>
                <a:spcPct val="100000"/>
              </a:lnSpc>
              <a:spcBef>
                <a:spcPts val="0"/>
              </a:spcBef>
            </a:pPr>
            <a:r>
              <a:rPr lang="en-US" sz="1200" dirty="0">
                <a:latin typeface="Atkinson Hyperlegible Next" pitchFamily="2" charset="77"/>
              </a:rPr>
              <a:t>1. Install anaconda </a:t>
            </a:r>
            <a:r>
              <a:rPr lang="en-US" sz="1200" dirty="0">
                <a:latin typeface="Atkinson Hyperlegible Next" pitchFamily="2" charset="77"/>
                <a:hlinkClick r:id="rId2"/>
              </a:rPr>
              <a:t>https://www.anaconda.com/docs/getting-started/anaconda/install#macos-linux-installation</a:t>
            </a:r>
            <a:endParaRPr lang="en-US" sz="1200" dirty="0">
              <a:latin typeface="Atkinson Hyperlegible Next" pitchFamily="2" charset="77"/>
            </a:endParaRPr>
          </a:p>
          <a:p>
            <a:pPr algn="l">
              <a:lnSpc>
                <a:spcPct val="100000"/>
              </a:lnSpc>
              <a:spcBef>
                <a:spcPts val="0"/>
              </a:spcBef>
            </a:pPr>
            <a:r>
              <a:rPr lang="en-US" sz="1200" dirty="0">
                <a:latin typeface="Atkinson Hyperlegible Next" pitchFamily="2" charset="77"/>
              </a:rPr>
              <a:t>2. Create an environment with required packages </a:t>
            </a:r>
            <a:r>
              <a:rPr lang="en-US" sz="1200" dirty="0">
                <a:solidFill>
                  <a:schemeClr val="accent2"/>
                </a:solidFill>
                <a:latin typeface="Atkinson Hyperlegible Mono" pitchFamily="2" charset="77"/>
              </a:rPr>
              <a:t>conda create -n DSML4geo </a:t>
            </a:r>
            <a:r>
              <a:rPr lang="en-US" sz="1200" dirty="0" err="1">
                <a:solidFill>
                  <a:schemeClr val="accent2"/>
                </a:solidFill>
                <a:latin typeface="Atkinson Hyperlegible Mono" pitchFamily="2" charset="77"/>
              </a:rPr>
              <a:t>scipy</a:t>
            </a:r>
            <a:r>
              <a:rPr lang="en-US" sz="1200" dirty="0">
                <a:solidFill>
                  <a:schemeClr val="accent2"/>
                </a:solidFill>
                <a:latin typeface="Atkinson Hyperlegible Mono" pitchFamily="2" charset="77"/>
              </a:rPr>
              <a:t> matplotlib </a:t>
            </a:r>
            <a:r>
              <a:rPr lang="en-US" sz="1200" dirty="0" err="1">
                <a:solidFill>
                  <a:schemeClr val="accent2"/>
                </a:solidFill>
                <a:latin typeface="Atkinson Hyperlegible Mono" pitchFamily="2" charset="77"/>
              </a:rPr>
              <a:t>numpy</a:t>
            </a:r>
            <a:endParaRPr lang="en-US" sz="1200" dirty="0">
              <a:solidFill>
                <a:schemeClr val="accent2"/>
              </a:solidFill>
              <a:latin typeface="Atkinson Hyperlegible Mono" pitchFamily="2" charset="77"/>
            </a:endParaRPr>
          </a:p>
          <a:p>
            <a:pPr algn="l">
              <a:lnSpc>
                <a:spcPct val="100000"/>
              </a:lnSpc>
              <a:spcBef>
                <a:spcPts val="0"/>
              </a:spcBef>
            </a:pPr>
            <a:r>
              <a:rPr lang="en-US" sz="1200" dirty="0">
                <a:solidFill>
                  <a:schemeClr val="tx1"/>
                </a:solidFill>
                <a:latin typeface="Atkinson Hyperlegible Mono" pitchFamily="2" charset="77"/>
              </a:rPr>
              <a:t>3.</a:t>
            </a:r>
            <a:r>
              <a:rPr lang="en-US" sz="1200" dirty="0">
                <a:solidFill>
                  <a:schemeClr val="tx1"/>
                </a:solidFill>
                <a:latin typeface="Atkinson Hyperlegible Next" pitchFamily="2" charset="77"/>
              </a:rPr>
              <a:t>Activate environment </a:t>
            </a:r>
            <a:r>
              <a:rPr lang="en-US" sz="1200" dirty="0">
                <a:solidFill>
                  <a:schemeClr val="accent2"/>
                </a:solidFill>
                <a:latin typeface="Atkinson Hyperlegible Mono" pitchFamily="2" charset="77"/>
              </a:rPr>
              <a:t>conda activate DSML4geo</a:t>
            </a:r>
          </a:p>
          <a:p>
            <a:pPr algn="l">
              <a:lnSpc>
                <a:spcPct val="100000"/>
              </a:lnSpc>
              <a:spcBef>
                <a:spcPts val="0"/>
              </a:spcBef>
            </a:pPr>
            <a:r>
              <a:rPr lang="en-US" sz="1200" dirty="0">
                <a:latin typeface="Atkinson Hyperlegible Next" pitchFamily="2" charset="77"/>
              </a:rPr>
              <a:t>4. Install jupyterlab either using command line </a:t>
            </a:r>
            <a:r>
              <a:rPr lang="en-US" sz="1200" dirty="0">
                <a:solidFill>
                  <a:schemeClr val="accent2"/>
                </a:solidFill>
                <a:latin typeface="Atkinson Hyperlegible Mono" pitchFamily="2" charset="77"/>
              </a:rPr>
              <a:t>conda install -c conda-forge jupyterlab </a:t>
            </a:r>
            <a:r>
              <a:rPr lang="en-US" sz="1200" dirty="0">
                <a:solidFill>
                  <a:schemeClr val="tx1"/>
                </a:solidFill>
                <a:latin typeface="Atkinson Hyperlegible Next" pitchFamily="2" charset="77"/>
              </a:rPr>
              <a:t>or anaconda GUI (next page</a:t>
            </a:r>
            <a:endParaRPr lang="en-US" sz="1200" dirty="0">
              <a:solidFill>
                <a:schemeClr val="tx1"/>
              </a:solidFill>
              <a:latin typeface="Atkinson Hyperlegible Mono" pitchFamily="2" charset="77"/>
            </a:endParaRPr>
          </a:p>
        </p:txBody>
      </p:sp>
      <p:sp>
        <p:nvSpPr>
          <p:cNvPr id="4" name="Subtitle 2">
            <a:extLst>
              <a:ext uri="{FF2B5EF4-FFF2-40B4-BE49-F238E27FC236}">
                <a16:creationId xmlns:a16="http://schemas.microsoft.com/office/drawing/2014/main" id="{0DC5532B-3A93-9F73-1414-DE135A54AD7D}"/>
              </a:ext>
            </a:extLst>
          </p:cNvPr>
          <p:cNvSpPr txBox="1">
            <a:spLocks/>
          </p:cNvSpPr>
          <p:nvPr/>
        </p:nvSpPr>
        <p:spPr>
          <a:xfrm>
            <a:off x="121253" y="1891963"/>
            <a:ext cx="9663494" cy="1433128"/>
          </a:xfrm>
          <a:prstGeom prst="rect">
            <a:avLst/>
          </a:prstGeom>
          <a:ln>
            <a:solidFill>
              <a:schemeClr val="accent3"/>
            </a:solidFill>
          </a:ln>
        </p:spPr>
        <p:style>
          <a:lnRef idx="2">
            <a:schemeClr val="accent2"/>
          </a:lnRef>
          <a:fillRef idx="1">
            <a:schemeClr val="lt1"/>
          </a:fillRef>
          <a:effectRef idx="0">
            <a:schemeClr val="accent2"/>
          </a:effectRef>
          <a:fontRef idx="minor">
            <a:schemeClr val="dk1"/>
          </a:fontRef>
        </p:style>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dk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dk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dk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dk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dk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dk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dk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dk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dk1"/>
                </a:solidFill>
                <a:latin typeface="+mn-lt"/>
                <a:ea typeface="+mn-ea"/>
                <a:cs typeface="+mn-cs"/>
              </a:defRPr>
            </a:lvl9pPr>
          </a:lstStyle>
          <a:p>
            <a:pPr algn="l">
              <a:lnSpc>
                <a:spcPct val="100000"/>
              </a:lnSpc>
              <a:spcBef>
                <a:spcPts val="0"/>
              </a:spcBef>
            </a:pPr>
            <a:r>
              <a:rPr lang="en-US" sz="1200" b="1" u="sng" dirty="0">
                <a:solidFill>
                  <a:schemeClr val="accent3"/>
                </a:solidFill>
                <a:latin typeface="Atkinson Hyperlegible Next" pitchFamily="2" charset="77"/>
              </a:rPr>
              <a:t>Opening a notebook and getting started</a:t>
            </a:r>
          </a:p>
          <a:p>
            <a:pPr marL="228600" indent="-228600" algn="l">
              <a:lnSpc>
                <a:spcPct val="100000"/>
              </a:lnSpc>
              <a:spcBef>
                <a:spcPts val="0"/>
              </a:spcBef>
              <a:buAutoNum type="arabicPeriod"/>
            </a:pPr>
            <a:r>
              <a:rPr lang="en-US" sz="1200" dirty="0">
                <a:solidFill>
                  <a:schemeClr val="tx1"/>
                </a:solidFill>
                <a:latin typeface="Atkinson Hyperlegible Next" pitchFamily="2" charset="77"/>
              </a:rPr>
              <a:t>Make sure your environment is activated </a:t>
            </a:r>
            <a:r>
              <a:rPr lang="en-US" sz="1200" dirty="0">
                <a:solidFill>
                  <a:schemeClr val="accent3"/>
                </a:solidFill>
                <a:latin typeface="Atkinson Hyperlegible Mono" pitchFamily="2" charset="77"/>
              </a:rPr>
              <a:t>conda activate DSML4geo</a:t>
            </a:r>
          </a:p>
          <a:p>
            <a:pPr marL="228600" indent="-228600" algn="l">
              <a:lnSpc>
                <a:spcPct val="100000"/>
              </a:lnSpc>
              <a:spcBef>
                <a:spcPts val="0"/>
              </a:spcBef>
              <a:buAutoNum type="arabicPeriod"/>
            </a:pPr>
            <a:r>
              <a:rPr lang="en-US" sz="1200" dirty="0">
                <a:latin typeface="Atkinson Hyperlegible Next" pitchFamily="2" charset="77"/>
              </a:rPr>
              <a:t>Navigate into the directory where your class materials are</a:t>
            </a:r>
          </a:p>
          <a:p>
            <a:pPr marL="228600" indent="-228600" algn="l">
              <a:lnSpc>
                <a:spcPct val="100000"/>
              </a:lnSpc>
              <a:spcBef>
                <a:spcPts val="0"/>
              </a:spcBef>
              <a:buAutoNum type="arabicPeriod"/>
            </a:pPr>
            <a:r>
              <a:rPr lang="en-US" sz="1200" dirty="0">
                <a:solidFill>
                  <a:schemeClr val="tx1"/>
                </a:solidFill>
                <a:latin typeface="Atkinson Hyperlegible Next" pitchFamily="2" charset="77"/>
              </a:rPr>
              <a:t>In the command line, type </a:t>
            </a:r>
            <a:r>
              <a:rPr lang="en-US" sz="1200" dirty="0" err="1">
                <a:solidFill>
                  <a:schemeClr val="accent3"/>
                </a:solidFill>
                <a:latin typeface="Atkinson Hyperlegible Mono" pitchFamily="2" charset="77"/>
              </a:rPr>
              <a:t>jupyter</a:t>
            </a:r>
            <a:r>
              <a:rPr lang="en-US" sz="1200" dirty="0">
                <a:solidFill>
                  <a:schemeClr val="accent3"/>
                </a:solidFill>
                <a:latin typeface="Atkinson Hyperlegible Mono" pitchFamily="2" charset="77"/>
              </a:rPr>
              <a:t> lab (or type </a:t>
            </a:r>
            <a:r>
              <a:rPr lang="en-US" sz="1200" dirty="0" err="1">
                <a:solidFill>
                  <a:schemeClr val="accent3"/>
                </a:solidFill>
                <a:latin typeface="Atkinson Hyperlegible Mono" pitchFamily="2" charset="77"/>
              </a:rPr>
              <a:t>jupyter</a:t>
            </a:r>
            <a:r>
              <a:rPr lang="en-US" sz="1200" dirty="0">
                <a:solidFill>
                  <a:schemeClr val="accent3"/>
                </a:solidFill>
                <a:latin typeface="Atkinson Hyperlegible Mono" pitchFamily="2" charset="77"/>
              </a:rPr>
              <a:t>-notebook </a:t>
            </a:r>
            <a:r>
              <a:rPr lang="en-US" sz="1200" dirty="0" err="1">
                <a:solidFill>
                  <a:schemeClr val="accent3"/>
                </a:solidFill>
                <a:latin typeface="Atkinson Hyperlegible Mono" pitchFamily="2" charset="77"/>
              </a:rPr>
              <a:t>name_of_notebook.ipynb</a:t>
            </a:r>
            <a:endParaRPr lang="en-US" sz="1200" dirty="0">
              <a:solidFill>
                <a:schemeClr val="accent3"/>
              </a:solidFill>
              <a:latin typeface="Atkinson Hyperlegible Mono" pitchFamily="2" charset="77"/>
            </a:endParaRPr>
          </a:p>
          <a:p>
            <a:pPr marL="228600" indent="-228600" algn="l">
              <a:lnSpc>
                <a:spcPct val="100000"/>
              </a:lnSpc>
              <a:spcBef>
                <a:spcPts val="0"/>
              </a:spcBef>
              <a:buAutoNum type="arabicPeriod"/>
            </a:pPr>
            <a:r>
              <a:rPr lang="en-US" sz="1200" dirty="0">
                <a:solidFill>
                  <a:schemeClr val="tx1"/>
                </a:solidFill>
                <a:latin typeface="Atkinson Hyperlegible Next" pitchFamily="2" charset="77"/>
              </a:rPr>
              <a:t>A new browser tab should open. Note that this doesn’t require an internet connection.</a:t>
            </a:r>
          </a:p>
          <a:p>
            <a:pPr marL="228600" indent="-228600" algn="l">
              <a:lnSpc>
                <a:spcPct val="100000"/>
              </a:lnSpc>
              <a:spcBef>
                <a:spcPts val="0"/>
              </a:spcBef>
              <a:buAutoNum type="arabicPeriod"/>
            </a:pPr>
            <a:r>
              <a:rPr lang="en-US" sz="1200" dirty="0">
                <a:solidFill>
                  <a:schemeClr val="tx1"/>
                </a:solidFill>
                <a:latin typeface="Atkinson Hyperlegible Next" pitchFamily="2" charset="77"/>
              </a:rPr>
              <a:t>Either open an existing notebook using the file manager at the left or create a new notebook using the launcher panel.</a:t>
            </a:r>
          </a:p>
          <a:p>
            <a:pPr marL="228600" indent="-228600" algn="l">
              <a:lnSpc>
                <a:spcPct val="100000"/>
              </a:lnSpc>
              <a:spcBef>
                <a:spcPts val="0"/>
              </a:spcBef>
              <a:buAutoNum type="arabicPeriod"/>
            </a:pPr>
            <a:r>
              <a:rPr lang="en-US" sz="1200" dirty="0">
                <a:solidFill>
                  <a:schemeClr val="tx1"/>
                </a:solidFill>
                <a:latin typeface="Atkinson Hyperlegible Next" pitchFamily="2" charset="77"/>
              </a:rPr>
              <a:t>You can have more than one notebook open at once; they open as tabs at the top.</a:t>
            </a:r>
          </a:p>
          <a:p>
            <a:pPr algn="l">
              <a:lnSpc>
                <a:spcPct val="100000"/>
              </a:lnSpc>
              <a:spcBef>
                <a:spcPts val="0"/>
              </a:spcBef>
            </a:pPr>
            <a:endParaRPr lang="en-US" sz="1200" dirty="0">
              <a:solidFill>
                <a:schemeClr val="tx1"/>
              </a:solidFill>
              <a:latin typeface="Atkinson Hyperlegible Next" pitchFamily="2" charset="77"/>
            </a:endParaRPr>
          </a:p>
          <a:p>
            <a:pPr marL="800100" lvl="1" indent="-342900" algn="l">
              <a:lnSpc>
                <a:spcPct val="100000"/>
              </a:lnSpc>
              <a:spcBef>
                <a:spcPts val="0"/>
              </a:spcBef>
              <a:buFont typeface="Arial" panose="020B0604020202020204" pitchFamily="34" charset="0"/>
              <a:buAutoNum type="alphaLcParenR"/>
            </a:pPr>
            <a:endParaRPr lang="en-US" sz="1200" dirty="0">
              <a:latin typeface="Atkinson Hyperlegible Next" pitchFamily="2" charset="77"/>
            </a:endParaRPr>
          </a:p>
        </p:txBody>
      </p:sp>
      <p:sp>
        <p:nvSpPr>
          <p:cNvPr id="5" name="Subtitle 2">
            <a:extLst>
              <a:ext uri="{FF2B5EF4-FFF2-40B4-BE49-F238E27FC236}">
                <a16:creationId xmlns:a16="http://schemas.microsoft.com/office/drawing/2014/main" id="{E0A0A9E8-8B00-93C7-0458-0F5ABA92A211}"/>
              </a:ext>
            </a:extLst>
          </p:cNvPr>
          <p:cNvSpPr txBox="1">
            <a:spLocks/>
          </p:cNvSpPr>
          <p:nvPr/>
        </p:nvSpPr>
        <p:spPr>
          <a:xfrm>
            <a:off x="110093" y="3429000"/>
            <a:ext cx="9663494" cy="3371550"/>
          </a:xfrm>
          <a:prstGeom prst="rect">
            <a:avLst/>
          </a:prstGeom>
          <a:ln>
            <a:solidFill>
              <a:schemeClr val="accent1"/>
            </a:solidFill>
          </a:ln>
        </p:spPr>
        <p:style>
          <a:lnRef idx="2">
            <a:schemeClr val="accent2"/>
          </a:lnRef>
          <a:fillRef idx="1">
            <a:schemeClr val="lt1"/>
          </a:fillRef>
          <a:effectRef idx="0">
            <a:schemeClr val="accent2"/>
          </a:effectRef>
          <a:fontRef idx="minor">
            <a:schemeClr val="dk1"/>
          </a:fontRef>
        </p:style>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dk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dk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dk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dk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dk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dk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dk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dk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dk1"/>
                </a:solidFill>
                <a:latin typeface="+mn-lt"/>
                <a:ea typeface="+mn-ea"/>
                <a:cs typeface="+mn-cs"/>
              </a:defRPr>
            </a:lvl9pPr>
          </a:lstStyle>
          <a:p>
            <a:pPr algn="l">
              <a:lnSpc>
                <a:spcPct val="100000"/>
              </a:lnSpc>
              <a:spcBef>
                <a:spcPts val="0"/>
              </a:spcBef>
            </a:pPr>
            <a:r>
              <a:rPr lang="en-US" sz="1200" b="1" u="sng" dirty="0">
                <a:solidFill>
                  <a:schemeClr val="accent1"/>
                </a:solidFill>
                <a:latin typeface="Atkinson Hyperlegible Next" pitchFamily="2" charset="77"/>
              </a:rPr>
              <a:t>Writing some code</a:t>
            </a:r>
          </a:p>
          <a:p>
            <a:pPr algn="l">
              <a:lnSpc>
                <a:spcPct val="100000"/>
              </a:lnSpc>
              <a:spcBef>
                <a:spcPts val="0"/>
              </a:spcBef>
            </a:pPr>
            <a:r>
              <a:rPr lang="en-US" sz="1200" dirty="0">
                <a:solidFill>
                  <a:schemeClr val="tx1"/>
                </a:solidFill>
                <a:latin typeface="Atkinson Hyperlegible Next" pitchFamily="2" charset="77"/>
              </a:rPr>
              <a:t>Jupyter notebooks (.</a:t>
            </a:r>
            <a:r>
              <a:rPr lang="en-US" sz="1200" dirty="0" err="1">
                <a:solidFill>
                  <a:schemeClr val="tx1"/>
                </a:solidFill>
                <a:latin typeface="Atkinson Hyperlegible Next" pitchFamily="2" charset="77"/>
              </a:rPr>
              <a:t>ipynb</a:t>
            </a:r>
            <a:r>
              <a:rPr lang="en-US" sz="1200" dirty="0">
                <a:solidFill>
                  <a:schemeClr val="tx1"/>
                </a:solidFill>
                <a:latin typeface="Atkinson Hyperlegible Next" pitchFamily="2" charset="77"/>
              </a:rPr>
              <a:t>) can contain both python code and text. The text can be formatted using markdown. Each box is called a cell.</a:t>
            </a:r>
          </a:p>
          <a:p>
            <a:pPr algn="l">
              <a:lnSpc>
                <a:spcPct val="100000"/>
              </a:lnSpc>
              <a:spcBef>
                <a:spcPts val="0"/>
              </a:spcBef>
            </a:pPr>
            <a:endParaRPr lang="en-US" sz="1200" dirty="0">
              <a:solidFill>
                <a:schemeClr val="tx1"/>
              </a:solidFill>
              <a:latin typeface="Atkinson Hyperlegible Next" pitchFamily="2" charset="77"/>
            </a:endParaRPr>
          </a:p>
          <a:p>
            <a:pPr algn="l">
              <a:lnSpc>
                <a:spcPct val="100000"/>
              </a:lnSpc>
              <a:spcBef>
                <a:spcPts val="0"/>
              </a:spcBef>
            </a:pPr>
            <a:endParaRPr lang="en-US" sz="1200" dirty="0">
              <a:solidFill>
                <a:schemeClr val="tx1"/>
              </a:solidFill>
              <a:latin typeface="Atkinson Hyperlegible Next" pitchFamily="2" charset="77"/>
            </a:endParaRPr>
          </a:p>
          <a:p>
            <a:pPr algn="l">
              <a:lnSpc>
                <a:spcPct val="100000"/>
              </a:lnSpc>
              <a:spcBef>
                <a:spcPts val="0"/>
              </a:spcBef>
            </a:pPr>
            <a:endParaRPr lang="en-US" sz="1200" dirty="0">
              <a:solidFill>
                <a:schemeClr val="tx1"/>
              </a:solidFill>
              <a:latin typeface="Atkinson Hyperlegible Next" pitchFamily="2" charset="77"/>
            </a:endParaRPr>
          </a:p>
          <a:p>
            <a:pPr algn="l">
              <a:lnSpc>
                <a:spcPct val="100000"/>
              </a:lnSpc>
              <a:spcBef>
                <a:spcPts val="0"/>
              </a:spcBef>
            </a:pPr>
            <a:endParaRPr lang="en-US" sz="1200" dirty="0">
              <a:solidFill>
                <a:schemeClr val="tx1"/>
              </a:solidFill>
              <a:latin typeface="Atkinson Hyperlegible Next" pitchFamily="2" charset="77"/>
            </a:endParaRPr>
          </a:p>
          <a:p>
            <a:pPr algn="l">
              <a:lnSpc>
                <a:spcPct val="100000"/>
              </a:lnSpc>
              <a:spcBef>
                <a:spcPts val="0"/>
              </a:spcBef>
            </a:pPr>
            <a:endParaRPr lang="en-US" sz="1200" dirty="0">
              <a:solidFill>
                <a:schemeClr val="tx1"/>
              </a:solidFill>
              <a:latin typeface="Atkinson Hyperlegible Next" pitchFamily="2" charset="77"/>
            </a:endParaRPr>
          </a:p>
          <a:p>
            <a:pPr algn="l">
              <a:lnSpc>
                <a:spcPct val="100000"/>
              </a:lnSpc>
              <a:spcBef>
                <a:spcPts val="0"/>
              </a:spcBef>
            </a:pPr>
            <a:r>
              <a:rPr lang="en-US" sz="1200" dirty="0">
                <a:solidFill>
                  <a:schemeClr val="tx1"/>
                </a:solidFill>
                <a:latin typeface="Atkinson Hyperlegible Next" pitchFamily="2" charset="77"/>
              </a:rPr>
              <a:t>To select a cell, click the left hand side, to the left of the square brackets. The active cell will have a blue bar. </a:t>
            </a:r>
          </a:p>
          <a:p>
            <a:pPr algn="l">
              <a:lnSpc>
                <a:spcPct val="100000"/>
              </a:lnSpc>
              <a:spcBef>
                <a:spcPts val="0"/>
              </a:spcBef>
            </a:pPr>
            <a:r>
              <a:rPr lang="en-US" sz="1200" dirty="0">
                <a:solidFill>
                  <a:schemeClr val="tx1"/>
                </a:solidFill>
                <a:latin typeface="Atkinson Hyperlegible Next" pitchFamily="2" charset="77"/>
              </a:rPr>
              <a:t>Add or remove cells using the plus and scissors. Alternatively type </a:t>
            </a:r>
            <a:r>
              <a:rPr lang="en-US" sz="1200" dirty="0">
                <a:solidFill>
                  <a:schemeClr val="accent1"/>
                </a:solidFill>
                <a:latin typeface="Atkinson Hyperlegible Mono" pitchFamily="2" charset="77"/>
              </a:rPr>
              <a:t>x</a:t>
            </a:r>
            <a:r>
              <a:rPr lang="en-US" sz="1200" dirty="0">
                <a:solidFill>
                  <a:schemeClr val="tx1"/>
                </a:solidFill>
                <a:latin typeface="Atkinson Hyperlegible Next" pitchFamily="2" charset="77"/>
              </a:rPr>
              <a:t> to delete and </a:t>
            </a:r>
            <a:r>
              <a:rPr lang="en-US" sz="1200" dirty="0">
                <a:solidFill>
                  <a:schemeClr val="accent1"/>
                </a:solidFill>
                <a:latin typeface="Atkinson Hyperlegible Mono" pitchFamily="2" charset="77"/>
              </a:rPr>
              <a:t>a </a:t>
            </a:r>
            <a:r>
              <a:rPr lang="en-US" sz="1200" dirty="0">
                <a:solidFill>
                  <a:schemeClr val="tx1"/>
                </a:solidFill>
                <a:latin typeface="Atkinson Hyperlegible Next" pitchFamily="2" charset="77"/>
              </a:rPr>
              <a:t>or </a:t>
            </a:r>
            <a:r>
              <a:rPr lang="en-US" sz="1200" dirty="0">
                <a:solidFill>
                  <a:schemeClr val="accent1"/>
                </a:solidFill>
                <a:latin typeface="Atkinson Hyperlegible Mono" pitchFamily="2" charset="77"/>
              </a:rPr>
              <a:t>b</a:t>
            </a:r>
            <a:r>
              <a:rPr lang="en-US" sz="1200" dirty="0">
                <a:solidFill>
                  <a:schemeClr val="tx1"/>
                </a:solidFill>
                <a:latin typeface="Atkinson Hyperlegible Next" pitchFamily="2" charset="77"/>
              </a:rPr>
              <a:t> to add cells above and below respectively.</a:t>
            </a:r>
          </a:p>
          <a:p>
            <a:pPr algn="l">
              <a:lnSpc>
                <a:spcPct val="100000"/>
              </a:lnSpc>
              <a:spcBef>
                <a:spcPts val="0"/>
              </a:spcBef>
            </a:pPr>
            <a:r>
              <a:rPr lang="en-US" sz="1200" dirty="0">
                <a:solidFill>
                  <a:schemeClr val="tx1"/>
                </a:solidFill>
                <a:latin typeface="Atkinson Hyperlegible Next" pitchFamily="2" charset="77"/>
              </a:rPr>
              <a:t>To run a cell, press the play sign (</a:t>
            </a:r>
            <a:r>
              <a:rPr lang="en-US" sz="1200" dirty="0">
                <a:solidFill>
                  <a:schemeClr val="accent1"/>
                </a:solidFill>
                <a:latin typeface="Atkinson Hyperlegible Next" pitchFamily="2" charset="77"/>
              </a:rPr>
              <a:t>▸</a:t>
            </a:r>
            <a:r>
              <a:rPr lang="en-US" sz="1200" dirty="0">
                <a:solidFill>
                  <a:schemeClr val="tx1"/>
                </a:solidFill>
                <a:latin typeface="Atkinson Hyperlegible Next" pitchFamily="2" charset="77"/>
              </a:rPr>
              <a:t>). Or when you are clicked into the cell to edit it, press shift and enter to run and move to the next cell, or command and enter to stay in the active cell. When a code cell runs, a number will appear in the square brackets. This shows the order the cells have been run in. </a:t>
            </a:r>
          </a:p>
          <a:p>
            <a:pPr algn="l">
              <a:lnSpc>
                <a:spcPct val="100000"/>
              </a:lnSpc>
              <a:spcBef>
                <a:spcPts val="0"/>
              </a:spcBef>
            </a:pPr>
            <a:endParaRPr lang="en-US" sz="1200" dirty="0">
              <a:solidFill>
                <a:schemeClr val="tx1"/>
              </a:solidFill>
              <a:latin typeface="Atkinson Hyperlegible Next" pitchFamily="2" charset="77"/>
            </a:endParaRPr>
          </a:p>
          <a:p>
            <a:pPr algn="l">
              <a:lnSpc>
                <a:spcPct val="100000"/>
              </a:lnSpc>
              <a:spcBef>
                <a:spcPts val="0"/>
              </a:spcBef>
            </a:pPr>
            <a:r>
              <a:rPr lang="en-US" sz="1200" dirty="0">
                <a:solidFill>
                  <a:schemeClr val="tx1"/>
                </a:solidFill>
                <a:latin typeface="Atkinson Hyperlegible Next" pitchFamily="2" charset="77"/>
              </a:rPr>
              <a:t>You need to run the cells in order, otherwise you will get errors. If anything goes wrong, just restart the kernel (i.e. to remove the outcomes of all calculations from memory, but not to delete any code/text you have written). Use the </a:t>
            </a:r>
            <a:r>
              <a:rPr lang="en-US" sz="1200" dirty="0">
                <a:solidFill>
                  <a:schemeClr val="accent1"/>
                </a:solidFill>
                <a:latin typeface="Atkinson Hyperlegible Next" pitchFamily="2" charset="77"/>
              </a:rPr>
              <a:t>⟳</a:t>
            </a:r>
            <a:r>
              <a:rPr lang="en-US" sz="1200" dirty="0">
                <a:solidFill>
                  <a:schemeClr val="tx1"/>
                </a:solidFill>
                <a:latin typeface="Atkinson Hyperlegible Next" pitchFamily="2" charset="77"/>
              </a:rPr>
              <a:t> arrow. </a:t>
            </a:r>
          </a:p>
          <a:p>
            <a:pPr algn="l">
              <a:lnSpc>
                <a:spcPct val="100000"/>
              </a:lnSpc>
              <a:spcBef>
                <a:spcPts val="0"/>
              </a:spcBef>
            </a:pPr>
            <a:endParaRPr lang="en-US" sz="1200" dirty="0">
              <a:solidFill>
                <a:schemeClr val="tx1"/>
              </a:solidFill>
              <a:latin typeface="Atkinson Hyperlegible Next" pitchFamily="2" charset="77"/>
            </a:endParaRPr>
          </a:p>
          <a:p>
            <a:pPr algn="l" eaLnBrk="0" fontAlgn="base" hangingPunct="0">
              <a:lnSpc>
                <a:spcPct val="100000"/>
              </a:lnSpc>
              <a:spcBef>
                <a:spcPct val="0"/>
              </a:spcBef>
              <a:spcAft>
                <a:spcPct val="0"/>
              </a:spcAft>
            </a:pPr>
            <a:r>
              <a:rPr lang="en-US" sz="1200" dirty="0">
                <a:solidFill>
                  <a:schemeClr val="tx1"/>
                </a:solidFill>
                <a:latin typeface="Atkinson Hyperlegible Next" pitchFamily="2" charset="77"/>
              </a:rPr>
              <a:t>To make a cell markdown, click to the left of the [ ] and type </a:t>
            </a:r>
            <a:r>
              <a:rPr lang="en-US" sz="1200" dirty="0">
                <a:solidFill>
                  <a:schemeClr val="accent1"/>
                </a:solidFill>
                <a:latin typeface="Atkinson Hyperlegible Mono" pitchFamily="2" charset="77"/>
              </a:rPr>
              <a:t>m</a:t>
            </a:r>
            <a:r>
              <a:rPr lang="en-US" sz="1200" dirty="0">
                <a:solidFill>
                  <a:schemeClr val="tx1"/>
                </a:solidFill>
                <a:latin typeface="Atkinson Hyperlegible Next" pitchFamily="2" charset="77"/>
              </a:rPr>
              <a:t>. To get back to code, use</a:t>
            </a:r>
            <a:r>
              <a:rPr lang="en-US" sz="1200" dirty="0">
                <a:solidFill>
                  <a:schemeClr val="tx1"/>
                </a:solidFill>
                <a:latin typeface="Atkinson Hyperlegible Mono" pitchFamily="2" charset="77"/>
              </a:rPr>
              <a:t> </a:t>
            </a:r>
            <a:r>
              <a:rPr lang="en-US" sz="1200" dirty="0">
                <a:solidFill>
                  <a:schemeClr val="accent1"/>
                </a:solidFill>
                <a:latin typeface="Atkinson Hyperlegible Mono" pitchFamily="2" charset="77"/>
              </a:rPr>
              <a:t>y</a:t>
            </a:r>
            <a:r>
              <a:rPr lang="en-US" sz="1200" dirty="0">
                <a:solidFill>
                  <a:schemeClr val="tx1"/>
                </a:solidFill>
                <a:latin typeface="Atkinson Hyperlegible Next" pitchFamily="2" charset="77"/>
              </a:rPr>
              <a:t>. Otherwise, use the drop down (code/text/raw).</a:t>
            </a:r>
          </a:p>
          <a:p>
            <a:pPr lvl="0" algn="l" eaLnBrk="0" fontAlgn="base" hangingPunct="0">
              <a:lnSpc>
                <a:spcPct val="100000"/>
              </a:lnSpc>
              <a:spcBef>
                <a:spcPct val="0"/>
              </a:spcBef>
              <a:spcAft>
                <a:spcPct val="0"/>
              </a:spcAft>
            </a:pPr>
            <a:r>
              <a:rPr lang="en-US" sz="1200" dirty="0">
                <a:solidFill>
                  <a:schemeClr val="tx1"/>
                </a:solidFill>
                <a:latin typeface="Atkinson Hyperlegible Next" pitchFamily="2" charset="77"/>
              </a:rPr>
              <a:t>Markdown </a:t>
            </a:r>
            <a:r>
              <a:rPr lang="en-US" altLang="en-US" sz="1200" dirty="0">
                <a:solidFill>
                  <a:srgbClr val="000000"/>
                </a:solidFill>
                <a:latin typeface="Atkinson Hyperlegible Next" pitchFamily="2" charset="77"/>
              </a:rPr>
              <a:t>Headings</a:t>
            </a:r>
            <a:r>
              <a:rPr lang="en-US" altLang="en-US" sz="1200" b="1" dirty="0">
                <a:solidFill>
                  <a:srgbClr val="000000"/>
                </a:solidFill>
                <a:latin typeface="Atkinson Hyperlegible Next" pitchFamily="2" charset="77"/>
              </a:rPr>
              <a:t>:</a:t>
            </a:r>
            <a:r>
              <a:rPr lang="en-US" altLang="en-US" sz="1200" dirty="0">
                <a:solidFill>
                  <a:srgbClr val="000000"/>
                </a:solidFill>
                <a:latin typeface="Atkinson Hyperlegible Next" pitchFamily="2" charset="77"/>
              </a:rPr>
              <a:t> Use # for a title, ## for a section, and ### for a sub-section; Lists</a:t>
            </a:r>
            <a:r>
              <a:rPr lang="en-US" altLang="en-US" sz="1200" b="1" dirty="0">
                <a:solidFill>
                  <a:srgbClr val="000000"/>
                </a:solidFill>
                <a:latin typeface="Atkinson Hyperlegible Next" pitchFamily="2" charset="77"/>
              </a:rPr>
              <a:t>:</a:t>
            </a:r>
            <a:r>
              <a:rPr lang="en-US" altLang="en-US" sz="1200" dirty="0">
                <a:solidFill>
                  <a:srgbClr val="000000"/>
                </a:solidFill>
                <a:latin typeface="Atkinson Hyperlegible Next" pitchFamily="2" charset="77"/>
              </a:rPr>
              <a:t> Use * or - for bullet points.</a:t>
            </a:r>
            <a:endParaRPr lang="en-US" sz="1200" dirty="0">
              <a:solidFill>
                <a:schemeClr val="tx1"/>
              </a:solidFill>
              <a:latin typeface="Atkinson Hyperlegible Next" pitchFamily="2" charset="77"/>
            </a:endParaRPr>
          </a:p>
          <a:p>
            <a:pPr algn="l">
              <a:lnSpc>
                <a:spcPct val="100000"/>
              </a:lnSpc>
              <a:spcBef>
                <a:spcPts val="0"/>
              </a:spcBef>
            </a:pPr>
            <a:r>
              <a:rPr lang="en-US" sz="1200" dirty="0">
                <a:solidFill>
                  <a:schemeClr val="tx1"/>
                </a:solidFill>
                <a:latin typeface="Atkinson Hyperlegible Next" pitchFamily="2" charset="77"/>
              </a:rPr>
              <a:t>  </a:t>
            </a:r>
          </a:p>
          <a:p>
            <a:pPr marL="800100" lvl="1" indent="-342900" algn="l">
              <a:lnSpc>
                <a:spcPct val="100000"/>
              </a:lnSpc>
              <a:spcBef>
                <a:spcPts val="0"/>
              </a:spcBef>
              <a:buFont typeface="Arial" panose="020B0604020202020204" pitchFamily="34" charset="0"/>
              <a:buAutoNum type="alphaLcParenR"/>
            </a:pPr>
            <a:endParaRPr lang="en-US" sz="1200" dirty="0">
              <a:latin typeface="Atkinson Hyperlegible Next" pitchFamily="2" charset="77"/>
            </a:endParaRPr>
          </a:p>
        </p:txBody>
      </p:sp>
      <p:pic>
        <p:nvPicPr>
          <p:cNvPr id="7" name="Picture 6">
            <a:extLst>
              <a:ext uri="{FF2B5EF4-FFF2-40B4-BE49-F238E27FC236}">
                <a16:creationId xmlns:a16="http://schemas.microsoft.com/office/drawing/2014/main" id="{284DB400-FC80-03EE-B1D5-7B76D63DBCE7}"/>
              </a:ext>
            </a:extLst>
          </p:cNvPr>
          <p:cNvPicPr>
            <a:picLocks noChangeAspect="1"/>
          </p:cNvPicPr>
          <p:nvPr/>
        </p:nvPicPr>
        <p:blipFill>
          <a:blip r:embed="rId3"/>
          <a:stretch>
            <a:fillRect/>
          </a:stretch>
        </p:blipFill>
        <p:spPr>
          <a:xfrm>
            <a:off x="251730" y="3876605"/>
            <a:ext cx="7772400" cy="823833"/>
          </a:xfrm>
          <a:prstGeom prst="rect">
            <a:avLst/>
          </a:prstGeom>
        </p:spPr>
      </p:pic>
    </p:spTree>
    <p:extLst>
      <p:ext uri="{BB962C8B-B14F-4D97-AF65-F5344CB8AC3E}">
        <p14:creationId xmlns:p14="http://schemas.microsoft.com/office/powerpoint/2010/main" val="274448373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878B9D-09CD-ACBA-8E73-03FC3588924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F6DACF0-2FEA-66B7-E258-9EBD6E708A24}"/>
              </a:ext>
            </a:extLst>
          </p:cNvPr>
          <p:cNvSpPr>
            <a:spLocks noGrp="1"/>
          </p:cNvSpPr>
          <p:nvPr>
            <p:ph type="ctrTitle"/>
          </p:nvPr>
        </p:nvSpPr>
        <p:spPr>
          <a:xfrm>
            <a:off x="0" y="1"/>
            <a:ext cx="2624447" cy="617516"/>
          </a:xfrm>
        </p:spPr>
        <p:txBody>
          <a:bodyPr>
            <a:normAutofit/>
          </a:bodyPr>
          <a:lstStyle/>
          <a:p>
            <a:r>
              <a:rPr lang="en-US" sz="3600" u="sng" dirty="0">
                <a:latin typeface="Atkinson Hyperlegible Next" pitchFamily="2" charset="77"/>
              </a:rPr>
              <a:t>Jupyterlab</a:t>
            </a:r>
          </a:p>
        </p:txBody>
      </p:sp>
      <p:pic>
        <p:nvPicPr>
          <p:cNvPr id="6" name="Picture 2">
            <a:extLst>
              <a:ext uri="{FF2B5EF4-FFF2-40B4-BE49-F238E27FC236}">
                <a16:creationId xmlns:a16="http://schemas.microsoft.com/office/drawing/2014/main" id="{0419A3A9-37E8-43C2-E150-DB7E9EA072E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640673"/>
            <a:ext cx="9950274" cy="6217327"/>
          </a:xfrm>
          <a:prstGeom prst="rect">
            <a:avLst/>
          </a:prstGeom>
          <a:noFill/>
          <a:extLst>
            <a:ext uri="{909E8E84-426E-40DD-AFC4-6F175D3DCCD1}">
              <a14:hiddenFill xmlns:a14="http://schemas.microsoft.com/office/drawing/2010/main">
                <a:solidFill>
                  <a:srgbClr val="FFFFFF"/>
                </a:solidFill>
              </a14:hiddenFill>
            </a:ext>
          </a:extLst>
        </p:spPr>
      </p:pic>
      <p:sp>
        <p:nvSpPr>
          <p:cNvPr id="7" name="Oval 6">
            <a:extLst>
              <a:ext uri="{FF2B5EF4-FFF2-40B4-BE49-F238E27FC236}">
                <a16:creationId xmlns:a16="http://schemas.microsoft.com/office/drawing/2014/main" id="{14FC3840-CF17-A8B5-E28E-59F58FE2EEFA}"/>
              </a:ext>
            </a:extLst>
          </p:cNvPr>
          <p:cNvSpPr/>
          <p:nvPr/>
        </p:nvSpPr>
        <p:spPr>
          <a:xfrm>
            <a:off x="1312223" y="4931764"/>
            <a:ext cx="1460957" cy="1806315"/>
          </a:xfrm>
          <a:prstGeom prst="ellipse">
            <a:avLst/>
          </a:prstGeom>
          <a:no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99842258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0720A7-95CF-6A9E-287C-E7EE1CDD725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8B65C33-7CDA-5C41-AA74-5A4448DD6767}"/>
              </a:ext>
            </a:extLst>
          </p:cNvPr>
          <p:cNvSpPr>
            <a:spLocks noGrp="1"/>
          </p:cNvSpPr>
          <p:nvPr>
            <p:ph type="ctrTitle"/>
          </p:nvPr>
        </p:nvSpPr>
        <p:spPr>
          <a:xfrm>
            <a:off x="0" y="1"/>
            <a:ext cx="2624447" cy="617516"/>
          </a:xfrm>
        </p:spPr>
        <p:txBody>
          <a:bodyPr>
            <a:normAutofit/>
          </a:bodyPr>
          <a:lstStyle/>
          <a:p>
            <a:r>
              <a:rPr lang="en-US" sz="3600" u="sng" dirty="0">
                <a:latin typeface="Atkinson Hyperlegible Next" pitchFamily="2" charset="77"/>
              </a:rPr>
              <a:t>Jupyterlab</a:t>
            </a:r>
          </a:p>
        </p:txBody>
      </p:sp>
      <p:pic>
        <p:nvPicPr>
          <p:cNvPr id="8" name="Picture 7" descr="A screenshot of a computer&#10;&#10;AI-generated content may be incorrect.">
            <a:extLst>
              <a:ext uri="{FF2B5EF4-FFF2-40B4-BE49-F238E27FC236}">
                <a16:creationId xmlns:a16="http://schemas.microsoft.com/office/drawing/2014/main" id="{F073C4A9-3D24-4BFC-3E42-4A3DE345D5F5}"/>
              </a:ext>
            </a:extLst>
          </p:cNvPr>
          <p:cNvPicPr>
            <a:picLocks noChangeAspect="1"/>
          </p:cNvPicPr>
          <p:nvPr/>
        </p:nvPicPr>
        <p:blipFill>
          <a:blip r:embed="rId2"/>
          <a:stretch>
            <a:fillRect/>
          </a:stretch>
        </p:blipFill>
        <p:spPr>
          <a:xfrm>
            <a:off x="-1" y="620348"/>
            <a:ext cx="9911521" cy="5620431"/>
          </a:xfrm>
          <a:prstGeom prst="rect">
            <a:avLst/>
          </a:prstGeom>
        </p:spPr>
      </p:pic>
      <p:sp>
        <p:nvSpPr>
          <p:cNvPr id="9" name="Oval 8">
            <a:extLst>
              <a:ext uri="{FF2B5EF4-FFF2-40B4-BE49-F238E27FC236}">
                <a16:creationId xmlns:a16="http://schemas.microsoft.com/office/drawing/2014/main" id="{7FA4F826-765C-787C-FB57-FE771B2CBFFE}"/>
              </a:ext>
            </a:extLst>
          </p:cNvPr>
          <p:cNvSpPr/>
          <p:nvPr/>
        </p:nvSpPr>
        <p:spPr>
          <a:xfrm>
            <a:off x="2735509" y="1582310"/>
            <a:ext cx="985702" cy="1025718"/>
          </a:xfrm>
          <a:prstGeom prst="ellipse">
            <a:avLst/>
          </a:prstGeom>
          <a:noFill/>
          <a:ln>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6C8B13FD-7C12-A820-3C52-D265808C6393}"/>
              </a:ext>
            </a:extLst>
          </p:cNvPr>
          <p:cNvSpPr/>
          <p:nvPr/>
        </p:nvSpPr>
        <p:spPr>
          <a:xfrm>
            <a:off x="278296" y="1280160"/>
            <a:ext cx="1645920" cy="1518699"/>
          </a:xfrm>
          <a:prstGeom prst="rect">
            <a:avLst/>
          </a:prstGeom>
          <a:noFill/>
          <a:ln>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647282989"/>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TotalTime>281</TotalTime>
  <Words>458</Words>
  <Application>Microsoft Macintosh PowerPoint</Application>
  <PresentationFormat>A4 Paper (210x297 mm)</PresentationFormat>
  <Paragraphs>31</Paragraphs>
  <Slides>3</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vt:i4>
      </vt:variant>
    </vt:vector>
  </HeadingPairs>
  <TitlesOfParts>
    <vt:vector size="9" baseType="lpstr">
      <vt:lpstr>Aptos</vt:lpstr>
      <vt:lpstr>Aptos Display</vt:lpstr>
      <vt:lpstr>Arial</vt:lpstr>
      <vt:lpstr>Atkinson Hyperlegible Mono</vt:lpstr>
      <vt:lpstr>Atkinson Hyperlegible Next</vt:lpstr>
      <vt:lpstr>Office Theme</vt:lpstr>
      <vt:lpstr>Jupyter notebook</vt:lpstr>
      <vt:lpstr>Jupyterlab</vt:lpstr>
      <vt:lpstr>Jupyterlab</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Colquhoun, Rebecca</dc:creator>
  <cp:lastModifiedBy>Oscar Calderon Agudo</cp:lastModifiedBy>
  <cp:revision>4</cp:revision>
  <dcterms:created xsi:type="dcterms:W3CDTF">2026-01-05T11:29:24Z</dcterms:created>
  <dcterms:modified xsi:type="dcterms:W3CDTF">2026-01-09T16:55:53Z</dcterms:modified>
</cp:coreProperties>
</file>